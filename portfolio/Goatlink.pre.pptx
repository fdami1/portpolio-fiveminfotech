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E96C-E2AC-D519-D4CB-B4BE43689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A799A-3A0B-CE62-1E6E-5B211FD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BDA09-C634-4B30-AB56-CBB25BAE9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45637-5430-0257-84EF-48E63D4A1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98539-AA45-81B5-38C6-1AD95576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6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02AB-D73F-7DBE-112D-42574466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68B0D-C1BD-AACC-64A1-4ADA905BA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E7E16-1B62-CDA6-6991-134219B4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6EC18-69D6-CD8D-8006-11D204AC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8597E-9BC3-567C-F487-CDDDDF59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6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3050-7B8A-81F7-A497-1F3055384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636C6-9F54-BAF0-AA30-7D9136D33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54BE-F923-8135-11A8-7C30E278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527B9-A5AD-865C-87A6-9B755897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3EF3-94AA-054E-9D25-204501B5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99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BE99-8EED-5182-406A-189E5AB9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7117F-3153-F63E-DF2E-6494E6442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7F6D6-B5A4-210A-10E6-CBA545CCC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FC45A-E2F6-2A13-D2CD-CA2D09E9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7B402-3765-4733-5015-08177B1D2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F3404-969F-93F1-49B8-D2BD60B9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6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2E2AF-6F9E-D301-319C-A2B9A99B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69BA2-48B7-C2FE-F070-F5D9EBCE0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3F055-CAEA-3B6C-4898-5281AB000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7EF2B-CF28-D9B0-EEA5-C0B09BE1DC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84E0E-BBC2-1EEE-FEF3-2F2AB03BB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BC9B9B-2958-2574-5DAA-17DB0B12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1C67F-7C1E-6788-DBFE-ECC805F2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A86887-735E-A63A-8AD1-0C529D00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0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FB2C-92E1-3082-60A6-EC99123D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50266-4B5D-D623-D71D-B11181D7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906C6-22DE-C77A-94EC-6ABC8381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920B5-91D5-EADF-C95E-FAEC16D0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0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48D81-1C6F-A687-0A18-5CCC3CF3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59694-D90C-5AB4-20BC-588996F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0B1CD-9E4C-41A6-94D9-F622CAFB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5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8067-8315-2264-8377-11D82E638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027D1-369F-5176-52C3-9497314E2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5B805-5525-A3B5-4EA9-456756379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8FF78-CEA0-D516-62E4-CA826A2FA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0E9AE-C72F-1827-CD99-07D9136C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5E7BA-FDD1-31D6-650A-37881428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96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3065-593F-E264-674D-BC1C255D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DDAD24-87DB-BFB6-042A-8611BE6FE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684FB-A35D-E8B4-D30B-C0482552E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BC1C3-0C2D-87DB-8586-DC811F33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3FA6-28AC-67EE-8765-925BD8AB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23913-7B1F-D192-910C-9BF47135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8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B40E-F6D0-6EC4-64E9-C9210BC70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4D63E-C39C-E6F4-2AE6-AB4C36D18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722D8-5B90-0394-B421-A9D041602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108B0-6886-82A4-1F76-299960ED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C1958-B58D-36D1-2C19-B0EDEA98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41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0E98E-5E16-90E7-0843-5A55D0D0F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DBDF1-F8E0-F765-B791-CAF01A673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55853-79F7-FCA3-A14E-331BC6AC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C87FE-728D-9735-BDB3-555169B82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79180-448B-77E4-2EEA-24AB08A4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0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7C5889-4D12-4264-70D7-A70682805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46ADB-449D-4D85-7A8B-5AB5ECB8C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4FBE5-8B2C-F4E9-9114-C2B0B61C1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30F26-0C33-4C3E-9B49-401F9962B0A1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F8339-197E-FE46-278D-8D01D16BE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C3EAA-8C36-FD7D-89F2-2CF0FA689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DBDB0-4201-4018-A678-77BAD413E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89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FC7BCF-D7DB-EF04-494E-914A1F591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4204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34283-65B2-A5C4-13DE-ED1538EB9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24692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B6AD5F-C439-60B9-466D-2B2376B4C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51596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44C8B-EC7E-F88C-6178-48765A07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86E95-82C1-A6B2-FA6F-E59799566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6528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A41C-A1F2-C40C-A82E-3FE6A083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A8779B-6758-8466-6E7C-E0E72F2A9964}"/>
              </a:ext>
            </a:extLst>
          </p:cNvPr>
          <p:cNvSpPr txBox="1"/>
          <p:nvPr/>
        </p:nvSpPr>
        <p:spPr>
          <a:xfrm>
            <a:off x="3048000" y="32483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8E92F-141C-CDEA-4A02-739154588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8223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FA18F-C993-1312-6C77-6ED6B76C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0B9F1D-66BE-CE6B-F9B0-D9DEF3BBE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73131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BFD9C-7168-3C7D-F8DD-307ABE5F2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DDD4F7-EC05-E311-365D-A7CD17119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2231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4EE900-F0A1-C1FF-1FC0-F29D77AE3F8A}"/>
              </a:ext>
            </a:extLst>
          </p:cNvPr>
          <p:cNvSpPr txBox="1"/>
          <p:nvPr/>
        </p:nvSpPr>
        <p:spPr>
          <a:xfrm>
            <a:off x="3048000" y="32483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523D4-F510-478C-0CF7-1357D2C4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9492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BBF704-DE0B-D6B4-6192-E1EF17562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8878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18920-1A43-427C-0551-DE691C42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4F85E-4189-1A43-143F-5AC4B3D3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0619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99426-A839-B75D-0FC9-2D5E1451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AF6685-4C35-68C9-5FE3-FAFCEDBC8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8161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84EFF-B365-AD82-D4A2-E6CFA131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9A1FCD-7D8C-B3C6-20EB-192D9727A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1289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Parvez</dc:creator>
  <cp:lastModifiedBy>Adnan Parvez</cp:lastModifiedBy>
  <cp:revision>1</cp:revision>
  <dcterms:created xsi:type="dcterms:W3CDTF">2026-06-18T11:22:36Z</dcterms:created>
  <dcterms:modified xsi:type="dcterms:W3CDTF">2026-06-18T11:38:14Z</dcterms:modified>
</cp:coreProperties>
</file>